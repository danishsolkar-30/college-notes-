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7" r:id="rId6"/>
    <p:sldId id="266" r:id="rId7"/>
    <p:sldId id="260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30676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CASE STUDY ON </a:t>
            </a:r>
            <a:b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LOGIC GATES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52255"/>
            <a:ext cx="8229600" cy="3966834"/>
          </a:xfrm>
        </p:spPr>
        <p:txBody>
          <a:bodyPr/>
          <a:lstStyle/>
          <a:p>
            <a:endParaRPr dirty="0"/>
          </a:p>
          <a:p>
            <a:pPr>
              <a:spcAft>
                <a:spcPts val="1000"/>
              </a:spcAft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Danish Solkar, Fatir Khan, Farzan Khan, Ansari Mo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Hamza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</a:t>
            </a:r>
          </a:p>
          <a:p>
            <a:pPr>
              <a:spcAft>
                <a:spcPts val="1000"/>
              </a:spcAft>
            </a:pPr>
            <a:r>
              <a:rPr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Institut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AI’S ARKP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Hafsah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Ma’am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69818"/>
            <a:ext cx="8229600" cy="72487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4328"/>
            <a:ext cx="8372764" cy="4260272"/>
          </a:xfrm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of basic logic gates – AND, OR, NOT, NAND, NOR,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XNOR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using simple hardware circuits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Boolean algebra theory with practical electronics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understand how digital systems process binary data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58981"/>
            <a:ext cx="8229600" cy="752579"/>
          </a:xfrm>
        </p:spPr>
        <p:txBody>
          <a:bodyPr>
            <a:normAutofit fontScale="90000"/>
          </a:bodyPr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309" y="1939636"/>
            <a:ext cx="8229600" cy="4475019"/>
          </a:xfrm>
        </p:spPr>
        <p:txBody>
          <a:bodyPr>
            <a:norm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gates perform specific logical operations on binary inputs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7400 series ICs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displayed through LED indicators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visualize truth tables and circuit behavior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practical and theoretical understanding of digital logic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5128"/>
            <a:ext cx="8229600" cy="835706"/>
          </a:xfrm>
        </p:spPr>
        <p:txBody>
          <a:bodyPr>
            <a:normAutofit/>
          </a:bodyPr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072" y="2299855"/>
            <a:ext cx="8229600" cy="3893127"/>
          </a:xfrm>
        </p:spPr>
        <p:txBody>
          <a:bodyPr>
            <a:norm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operation and truth tables of basic logic gates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breadboard circuits using ICs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hardware implementation of Boolean logic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analytical and troubleshooting skills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establish a foundation for advanced digital design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6AE01E-B5F6-8D24-824F-BF7137640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066799"/>
            <a:ext cx="8575964" cy="766433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GATES CLASSIFICATION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44A021DD-F78C-0A18-9DD3-034AE7A80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8630" y="2323016"/>
            <a:ext cx="6110046" cy="392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8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7A0E33-8B5F-4397-7AB8-E16AB251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51163"/>
            <a:ext cx="8229600" cy="82185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GATES AND TRUTH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5B8D851F-9148-3C47-B66D-46283AFD80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5891" y="1713491"/>
            <a:ext cx="4987501" cy="493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467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00546"/>
            <a:ext cx="8229600" cy="738724"/>
          </a:xfrm>
        </p:spPr>
        <p:txBody>
          <a:bodyPr>
            <a:normAutofit fontScale="90000"/>
          </a:bodyPr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LOGIC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61310"/>
            <a:ext cx="8229600" cy="411725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George Boole (1854): Introduced Boolean algebra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Claude Shannon (1937): Applied Boolean logic to electrical circuits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1958: Invention of integrated circuits (ICs) by Jack Kilby &amp; Robert Noyce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from mechanical relays → transistors → CMOS ICs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modern computers and automation systems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6690"/>
            <a:ext cx="8229600" cy="807997"/>
          </a:xfrm>
        </p:spPr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1982"/>
            <a:ext cx="8229600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&amp; Microprocessors: ALU operations, data flow control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Circuits: Registers, RAM, ROM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Systems: Encoders, decoders, multiplexers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&amp; Control: Traffic lights, doors, alarms, sensors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Instrumentation: Counters, timers, flip-flops, pulse generators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combinational and sequential circuits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03563"/>
            <a:ext cx="8229600" cy="918833"/>
          </a:xfrm>
        </p:spPr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073" y="2011146"/>
            <a:ext cx="8229600" cy="4525963"/>
          </a:xfrm>
        </p:spPr>
        <p:txBody>
          <a:bodyPr>
            <a:norm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gates form the core of all digital systems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demonstrated binary operations using ICs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hands-on circuit design and testing skills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Bridged the gap between theory and practical realization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a base for advanced studies in digital electronics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1998"/>
            <a:ext cx="8229600" cy="946543"/>
          </a:xfrm>
        </p:spPr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8909"/>
            <a:ext cx="8229600" cy="4394087"/>
          </a:xfrm>
        </p:spPr>
        <p:txBody>
          <a:bodyPr>
            <a:norm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Electronics: Principles and Applications – Donald P. Leach, A.P.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Malvino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Digital Circuits – A. Anand Kumar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Datasheets: 7400, 7402, 7404, 7408, 7432, 7486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www.electronics-tutorials.ws</a:t>
            </a:r>
          </a:p>
          <a:p>
            <a:pPr>
              <a:spcAft>
                <a:spcPts val="1000"/>
              </a:spcAf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www.elprocus.com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35</TotalTime>
  <Words>354</Words>
  <Application>Microsoft Office PowerPoint</Application>
  <PresentationFormat>On-screen Show (4:3)</PresentationFormat>
  <Paragraphs>57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Flow</vt:lpstr>
      <vt:lpstr>A CASE STUDY ON  LOGIC GATES</vt:lpstr>
      <vt:lpstr>INTRODUCTION OF THE PROJECT</vt:lpstr>
      <vt:lpstr>SUMMARY</vt:lpstr>
      <vt:lpstr>OBJECTIVES</vt:lpstr>
      <vt:lpstr>LOGIC GATES CLASSIFICATION</vt:lpstr>
      <vt:lpstr>GATES AND TRUTH TABLE</vt:lpstr>
      <vt:lpstr>HISTORY OF LOGIC GATES</vt:lpstr>
      <vt:lpstr>APPLICATIONS</vt:lpstr>
      <vt:lpstr>CONCLUSION</vt:lpstr>
      <vt:lpstr>REFERENCES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GATES MICROPROJECT</dc:title>
  <dc:creator>ALTAF</dc:creator>
  <dc:description>generated using python-pptx</dc:description>
  <cp:lastModifiedBy>Windows User</cp:lastModifiedBy>
  <cp:revision>8</cp:revision>
  <dcterms:created xsi:type="dcterms:W3CDTF">2013-01-27T09:14:16Z</dcterms:created>
  <dcterms:modified xsi:type="dcterms:W3CDTF">2025-10-06T18:01:11Z</dcterms:modified>
</cp:coreProperties>
</file>