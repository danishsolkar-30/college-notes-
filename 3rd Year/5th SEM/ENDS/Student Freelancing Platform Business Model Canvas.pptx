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09625"/>
            <a:ext cx="2209800" cy="437688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6050" y="809625"/>
            <a:ext cx="2209800" cy="267592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6050" y="3580804"/>
            <a:ext cx="2209800" cy="160570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1100" y="809625"/>
            <a:ext cx="2209800" cy="437688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6150" y="809625"/>
            <a:ext cx="2209800" cy="267592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6150" y="3580804"/>
            <a:ext cx="2209800" cy="160570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1200" y="809625"/>
            <a:ext cx="2209800" cy="437688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5281761"/>
            <a:ext cx="4514850" cy="1338113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91100" y="5281761"/>
            <a:ext cx="6819900" cy="133811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2000" y="227112"/>
            <a:ext cx="11049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Plus Jakarta Sans"/>
              </a:rPr>
              <a:t>Student Freelancing Platform - Business Model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542925"/>
            <a:ext cx="11430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Connecting Ambitious Students with Real-World Gig Economy Projects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266700"/>
            <a:ext cx="28575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3875" y="933450"/>
            <a:ext cx="940117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334155"/>
                </a:solidFill>
                <a:latin typeface="Outfit"/>
              </a:rPr>
              <a:t>KEY PARTNERS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95525" y="942975"/>
            <a:ext cx="152400" cy="1238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1182528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1181100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University Career &amp; Placement Centers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1483459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1482030"/>
            <a:ext cx="1781175" cy="141064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Student Entrepreneurship Clubs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1648211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" y="1646783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Secure Payment Gateways (Stripe, PayPal)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1949142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750" y="1947713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ID Verification &amp; Compliance Providers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2250072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750" y="2248644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Startup Incubators &amp; Small Business Networks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28925" y="933450"/>
            <a:ext cx="990123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>
                <a:solidFill>
                  <a:srgbClr val="334155"/>
                </a:solidFill>
                <a:latin typeface="Outfit"/>
              </a:rPr>
              <a:t>KEY ACTIVITIES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00575" y="942975"/>
            <a:ext cx="152400" cy="1238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914650" y="1182528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1181100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Student Skill Verification &amp; Badge Assignment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14650" y="1483459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1482030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Platform &amp; Escrow System Maintenance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14650" y="1784389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1782960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Dispute Resolution &amp; Trust Moderation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14650" y="2085320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2083891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Campus Ambassador &amp; Outreach Campaigns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28925" y="3704629"/>
            <a:ext cx="101512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>
                <a:solidFill>
                  <a:srgbClr val="334155"/>
                </a:solidFill>
                <a:latin typeface="Outfit"/>
              </a:rPr>
              <a:t>KEY RESOURCES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29150" y="3714154"/>
            <a:ext cx="123825" cy="12382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914650" y="3953708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71800" y="3952279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Scalable Web &amp; Mobile Matching Engine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14650" y="4254638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71800" y="4253210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Verified Student Portfolio Database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14650" y="4576577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71800" y="4576429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Secure Milestone-Based Escrow Architecture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14650" y="4879348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 dirty="0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53463" y="4864067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Brand Trust &amp; Campus Community Network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33975" y="933450"/>
            <a:ext cx="143017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>
                <a:solidFill>
                  <a:srgbClr val="334155"/>
                </a:solidFill>
                <a:latin typeface="Outfit"/>
              </a:rPr>
              <a:t>VALUE PROPOSITIONS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34200" y="942975"/>
            <a:ext cx="123825" cy="12382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219700" y="1182528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76850" y="1181100"/>
            <a:ext cx="1781175" cy="564257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1" i="0" u="none" dirty="0">
                <a:solidFill>
                  <a:srgbClr val="475569"/>
                </a:solidFill>
                <a:latin typeface="Plus Jakarta Sans"/>
              </a:rPr>
              <a:t>For Students:</a:t>
            </a: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 Real-world portfolio building, flexible income, and flexible work around class schedules.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9700" y="1755814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76850" y="1754385"/>
            <a:ext cx="1781175" cy="423193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1" i="0" u="none">
                <a:solidFill>
                  <a:srgbClr val="475569"/>
                </a:solidFill>
                <a:latin typeface="Plus Jakarta Sans"/>
              </a:rPr>
              <a:t>For Clients:</a:t>
            </a:r>
            <a:r>
              <a:rPr sz="1000" b="0" i="0" u="none">
                <a:solidFill>
                  <a:srgbClr val="475569"/>
                </a:solidFill>
                <a:latin typeface="Plus Jakarta Sans"/>
              </a:rPr>
              <a:t> Cost-effective tech, design, and content talent with fresh perspectives.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9700" y="2192922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76850" y="2191494"/>
            <a:ext cx="1781175" cy="423193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1" i="0" u="none">
                <a:solidFill>
                  <a:srgbClr val="475569"/>
                </a:solidFill>
                <a:latin typeface="Plus Jakarta Sans"/>
              </a:rPr>
              <a:t>Verified Trust:</a:t>
            </a:r>
            <a:r>
              <a:rPr sz="1000" b="0" i="0" u="none">
                <a:solidFill>
                  <a:srgbClr val="475569"/>
                </a:solidFill>
                <a:latin typeface="Plus Jakarta Sans"/>
              </a:rPr>
              <a:t> University email confirmation and skill assessment checks.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19700" y="2630031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76850" y="2628602"/>
            <a:ext cx="1781175" cy="423193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1" i="0" u="none">
                <a:solidFill>
                  <a:srgbClr val="475569"/>
                </a:solidFill>
                <a:latin typeface="Plus Jakarta Sans"/>
              </a:rPr>
              <a:t>Safe Transactions:</a:t>
            </a:r>
            <a:r>
              <a:rPr sz="1000" b="0" i="0" u="none">
                <a:solidFill>
                  <a:srgbClr val="475569"/>
                </a:solidFill>
                <a:latin typeface="Plus Jakarta Sans"/>
              </a:rPr>
              <a:t> Milestone payment escrow securing both parties.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39025" y="933450"/>
            <a:ext cx="175021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>
                <a:solidFill>
                  <a:srgbClr val="334155"/>
                </a:solidFill>
                <a:latin typeface="Outfit"/>
              </a:rPr>
              <a:t>CUSTOMER RELATIONSHIPS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39250" y="942975"/>
            <a:ext cx="123825" cy="12382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524750" y="1182528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81900" y="1181100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Peer Review &amp; Gamified Rating Systems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24750" y="1483459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1900" y="1482030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Student Success Chat &amp; Mentorship Support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24750" y="1784389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81900" y="1782960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Transparent Dispute Mediation Protocol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24750" y="2085320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81900" y="2083891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Community Leaderboards &amp; Recognition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39025" y="3704629"/>
            <a:ext cx="69008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>
                <a:solidFill>
                  <a:srgbClr val="334155"/>
                </a:solidFill>
                <a:latin typeface="Outfit"/>
              </a:rPr>
              <a:t>CHANNELS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10675" y="3714154"/>
            <a:ext cx="152400" cy="123825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524750" y="3953708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81900" y="3952279"/>
            <a:ext cx="1781175" cy="141064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Responsive Web Platform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24750" y="4118461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81900" y="4117032"/>
            <a:ext cx="1781175" cy="141064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iOS &amp; Android Companion Apps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24750" y="4283213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81900" y="4281785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Campus Guilds &amp; Social Media Outreach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24750" y="4584144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81900" y="4582715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Word of Mouth &amp; Referral Incentives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44075" y="933450"/>
            <a:ext cx="140517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>
                <a:solidFill>
                  <a:srgbClr val="334155"/>
                </a:solidFill>
                <a:latin typeface="Outfit"/>
              </a:rPr>
              <a:t>CUSTOMER SEGMENTS</a:t>
            </a:r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515725" y="942975"/>
            <a:ext cx="152400" cy="123825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9829800" y="1182528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886950" y="1181100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College &amp; University Students Seeking Gigs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29800" y="1483459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886950" y="1482030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Early-Stage Startups &amp; Founders on a Budget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829800" y="1784389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886950" y="1782960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Small Local Businesses Needing Digital Help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829800" y="2085320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886950" y="2083891"/>
            <a:ext cx="1781175" cy="282129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Agencies Looking for Scalable Junior Talent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23875" y="5405586"/>
            <a:ext cx="11201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>
                <a:solidFill>
                  <a:srgbClr val="334155"/>
                </a:solidFill>
                <a:latin typeface="Outfit"/>
              </a:rPr>
              <a:t>COST STRUCTURE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57725" y="5415111"/>
            <a:ext cx="95250" cy="123825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609600" y="5654665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6750" y="5653236"/>
            <a:ext cx="4086225" cy="141064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Cloud Hosting &amp; Transaction Gateway Fees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9600" y="5819417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6750" y="5817989"/>
            <a:ext cx="4086225" cy="141064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 dirty="0">
                <a:solidFill>
                  <a:srgbClr val="475569"/>
                </a:solidFill>
                <a:latin typeface="Plus Jakarta Sans"/>
              </a:rPr>
              <a:t>Product Engineering &amp; Platform Security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9600" y="5984170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6750" y="5982741"/>
            <a:ext cx="4086225" cy="141064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Campus Marketing &amp; Student Acquisition Costs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09600" y="6148923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6750" y="6147494"/>
            <a:ext cx="4086225" cy="141064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0" i="0" u="none">
                <a:solidFill>
                  <a:srgbClr val="475569"/>
                </a:solidFill>
                <a:latin typeface="Plus Jakarta Sans"/>
              </a:rPr>
              <a:t>Legal Compliance &amp; Support Operations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133975" y="5405586"/>
            <a:ext cx="120515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>
                <a:solidFill>
                  <a:srgbClr val="334155"/>
                </a:solidFill>
                <a:latin typeface="Outfit"/>
              </a:rPr>
              <a:t>REVENUE STREAMS</a:t>
            </a:r>
          </a:p>
        </p:txBody>
      </p:sp>
      <p:pic>
        <p:nvPicPr>
          <p:cNvPr id="98" name="Picture 97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544300" y="5415111"/>
            <a:ext cx="123825" cy="123825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5219700" y="5654665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276850" y="5653236"/>
            <a:ext cx="6391275" cy="141064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1" i="0" u="none">
                <a:solidFill>
                  <a:srgbClr val="475569"/>
                </a:solidFill>
                <a:latin typeface="Plus Jakarta Sans"/>
              </a:rPr>
              <a:t>Transaction Fees:</a:t>
            </a:r>
            <a:r>
              <a:rPr sz="1000" b="0" i="0" u="none">
                <a:solidFill>
                  <a:srgbClr val="475569"/>
                </a:solidFill>
                <a:latin typeface="Plus Jakarta Sans"/>
              </a:rPr>
              <a:t> Platform commission (5-10%) on completed project milestones.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219700" y="5819417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276850" y="5817989"/>
            <a:ext cx="6391275" cy="141064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1" i="0" u="none">
                <a:solidFill>
                  <a:srgbClr val="475569"/>
                </a:solidFill>
                <a:latin typeface="Plus Jakarta Sans"/>
              </a:rPr>
              <a:t>Promoted Listings:</a:t>
            </a:r>
            <a:r>
              <a:rPr sz="1000" b="0" i="0" u="none">
                <a:solidFill>
                  <a:srgbClr val="475569"/>
                </a:solidFill>
                <a:latin typeface="Plus Jakarta Sans"/>
              </a:rPr>
              <a:t> Paid visibility for student portfolios or client project postings.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219700" y="5984170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276850" y="5982741"/>
            <a:ext cx="6391275" cy="141064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1" i="0" u="none">
                <a:solidFill>
                  <a:srgbClr val="475569"/>
                </a:solidFill>
                <a:latin typeface="Plus Jakarta Sans"/>
              </a:rPr>
              <a:t>Verification Subscriptions:</a:t>
            </a:r>
            <a:r>
              <a:rPr sz="1000" b="0" i="0" u="none">
                <a:solidFill>
                  <a:srgbClr val="475569"/>
                </a:solidFill>
                <a:latin typeface="Plus Jakarta Sans"/>
              </a:rPr>
              <a:t> Premium badges and enhanced background check packages.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219700" y="6148923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276850" y="6147494"/>
            <a:ext cx="6391275" cy="141064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1000" b="1" i="0" u="none">
                <a:solidFill>
                  <a:srgbClr val="475569"/>
                </a:solidFill>
                <a:latin typeface="Plus Jakarta Sans"/>
              </a:rPr>
              <a:t>Enterprise Hiring Tiers:</a:t>
            </a:r>
            <a:r>
              <a:rPr sz="1000" b="0" i="0" u="none">
                <a:solidFill>
                  <a:srgbClr val="475569"/>
                </a:solidFill>
                <a:latin typeface="Plus Jakarta Sans"/>
              </a:rPr>
              <a:t> Direct recruitment pipelines for companies hiring graduates.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326</Words>
  <Application>Microsoft Office PowerPoint</Application>
  <PresentationFormat>Widescreen</PresentationFormat>
  <Paragraphs>85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Outfit</vt:lpstr>
      <vt:lpstr>Plus Jakarta Sans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Danish</dc:creator>
  <cp:keywords/>
  <dc:description>generated using python-pptx</dc:description>
  <cp:lastModifiedBy>Danish Solkar</cp:lastModifiedBy>
  <cp:revision>2</cp:revision>
  <dcterms:created xsi:type="dcterms:W3CDTF">2013-01-27T09:14:16Z</dcterms:created>
  <dcterms:modified xsi:type="dcterms:W3CDTF">2026-09-08T15:16:16Z</dcterms:modified>
  <cp:category/>
</cp:coreProperties>
</file>