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09625"/>
            <a:ext cx="2209800" cy="437688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50" y="809625"/>
            <a:ext cx="2209800" cy="267592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6050" y="3580804"/>
            <a:ext cx="2209800" cy="16057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100" y="809625"/>
            <a:ext cx="2209800" cy="437688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150" y="809625"/>
            <a:ext cx="2209800" cy="267592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6150" y="3580804"/>
            <a:ext cx="2209800" cy="160570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0" y="809625"/>
            <a:ext cx="2209800" cy="437688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5281761"/>
            <a:ext cx="4514850" cy="1338113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1100" y="5281761"/>
            <a:ext cx="6819900" cy="13381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850" y="227112"/>
            <a:ext cx="111061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AI Career Guidance Platform - Business Model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542925"/>
            <a:ext cx="1143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64748B"/>
                </a:solidFill>
                <a:latin typeface="Plus Jakarta Sans"/>
              </a:rPr>
              <a:t>Strategic Overview for Web &amp; Mobile Application Ecosystem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266700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3875" y="933450"/>
            <a:ext cx="94011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Outfit"/>
              </a:rPr>
              <a:t>KEY PARTNERS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95525" y="942975"/>
            <a:ext cx="152400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118252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118110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Universities &amp; EdTech Institutions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2329472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1463229"/>
            <a:ext cx="17811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OpenAI &amp; LLM Cloud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452912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1639473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Corporate Hiring Partners &amp; HR 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1656574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" y="1978366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Industry Experts &amp; Professional Mentors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1986080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322" y="2328903"/>
            <a:ext cx="17811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Skill Certification Bodies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8925" y="933450"/>
            <a:ext cx="99012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Outfit"/>
              </a:rPr>
              <a:t>KEY ACTIVITIES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00575" y="942975"/>
            <a:ext cx="152400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914650" y="118252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118110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AI Algorithm Training &amp; Fine-tuning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4650" y="1494185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1483459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App &amp; Website Platform Maintenance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4650" y="182316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3195" y="1823168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Content Curation &amp; Skill Roadmapping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14650" y="2184313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2153036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User Engagement &amp; Gamification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8924" y="3704629"/>
            <a:ext cx="17049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34155"/>
                </a:solidFill>
                <a:latin typeface="Outfit"/>
              </a:rPr>
              <a:t>KEY RESOURCES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29150" y="3714154"/>
            <a:ext cx="123825" cy="12382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914650" y="395370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3952279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Proprietary Career Matching AI Models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14650" y="425463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425321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Cross-Platform Web &amp; Mobile Codebase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14650" y="455556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455414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Extensive Career &amp; Job Market Dataset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14650" y="485649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0" y="4855071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Engineering &amp; Data Science Talent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3975" y="933450"/>
            <a:ext cx="143017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Outfit"/>
              </a:rPr>
              <a:t>VALUE PROPOSITIONS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4200" y="942975"/>
            <a:ext cx="123825" cy="12382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219700" y="118252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76850" y="1181100"/>
            <a:ext cx="1781175" cy="56425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1" i="0" u="none" dirty="0">
                <a:solidFill>
                  <a:srgbClr val="475569"/>
                </a:solidFill>
                <a:latin typeface="Plus Jakarta Sans"/>
              </a:rPr>
              <a:t>Hyper-Personalized AI Roadmaps:</a:t>
            </a: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 Real-time career tracking and tailored skill recommendations.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9700" y="1806992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86474" y="1811413"/>
            <a:ext cx="1781175" cy="56425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1" i="0" u="none" dirty="0">
                <a:solidFill>
                  <a:srgbClr val="475569"/>
                </a:solidFill>
                <a:latin typeface="Plus Jakarta Sans"/>
              </a:rPr>
              <a:t>24/7 AI Career Coach:</a:t>
            </a: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 Instant resume reviews, interview simulation, and mentorship on-the-go.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29324" y="2431456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76850" y="2417000"/>
            <a:ext cx="1781175" cy="56425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1" i="0" u="none" dirty="0">
                <a:solidFill>
                  <a:srgbClr val="475569"/>
                </a:solidFill>
                <a:latin typeface="Plus Jakarta Sans"/>
              </a:rPr>
              <a:t>Omnichannel Accessibility:</a:t>
            </a: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 Seamless sync between web dashboard and mobile app notifications.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29324" y="305116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76850" y="3047313"/>
            <a:ext cx="1781175" cy="423193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1" i="0" u="none" dirty="0">
                <a:solidFill>
                  <a:srgbClr val="475569"/>
                </a:solidFill>
                <a:latin typeface="Plus Jakarta Sans"/>
              </a:rPr>
              <a:t>Data-Driven Insights:</a:t>
            </a: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 Live industry trend mapping to predict high-demand roles.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39025" y="933450"/>
            <a:ext cx="175021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Outfit"/>
              </a:rPr>
              <a:t>CUSTOMER RELATIONSHIPS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39250" y="942975"/>
            <a:ext cx="123825" cy="1238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524750" y="118252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1900" y="118110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Automated Personal Assistant Interaction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24750" y="148345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1900" y="148203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In-App Progress Streaks &amp; Gamification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4750" y="178438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1900" y="178296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Community Forums &amp; Peer Support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24750" y="208672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1900" y="2074777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Dedicated Support via Web Chat &amp; Ticket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39025" y="3704629"/>
            <a:ext cx="69008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Outfit"/>
              </a:rPr>
              <a:t>CHANNELS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10675" y="3714154"/>
            <a:ext cx="152400" cy="123825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524750" y="395370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1900" y="3952279"/>
            <a:ext cx="17811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Responsive Web Application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24750" y="4118461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1900" y="4117032"/>
            <a:ext cx="17811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iOS &amp; Android Mobile Apps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4750" y="4283213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81900" y="4281785"/>
            <a:ext cx="17811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SEO &amp; Career Content Marketing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24750" y="4447966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1900" y="4446537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University &amp; Enterprise Partnerships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44075" y="933450"/>
            <a:ext cx="167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34155"/>
                </a:solidFill>
                <a:latin typeface="Outfit"/>
              </a:rPr>
              <a:t>CUSTOMER SEGMENTS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515725" y="942975"/>
            <a:ext cx="152400" cy="123825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829800" y="118252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86950" y="118110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High School Students Exploring Majors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9800" y="148345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86950" y="148203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College Undergraduates Planning Internships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29800" y="178438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86950" y="178296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Early Career Professionals Seeking Pivots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29800" y="2085320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86950" y="2083891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Job Seekers Preparing for Interviews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29800" y="2386250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86950" y="2384821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Educational Institutions &amp; Career Centers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875" y="5405586"/>
            <a:ext cx="11201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Outfit"/>
              </a:rPr>
              <a:t>COST STRUCTURE</a:t>
            </a:r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57725" y="5415111"/>
            <a:ext cx="95250" cy="123825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09600" y="5654665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6750" y="5653236"/>
            <a:ext cx="408622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Cloud Infrastructure &amp; LLM API Token Costs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9600" y="5819417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6750" y="5817989"/>
            <a:ext cx="408622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Software Engineering &amp; Product Development Salaries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9600" y="5984170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6750" y="5982741"/>
            <a:ext cx="408622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Marketing &amp; User Acquisition Campaigns (CAC)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9600" y="6148923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6750" y="6147494"/>
            <a:ext cx="408622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Legal, Compliance &amp; Data Security Audits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33974" y="5405586"/>
            <a:ext cx="18002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34155"/>
                </a:solidFill>
                <a:latin typeface="Outfit"/>
              </a:rPr>
              <a:t>REVENUE STREAMS</a:t>
            </a:r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544300" y="5415111"/>
            <a:ext cx="123825" cy="123825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5219700" y="5654665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76850" y="5653236"/>
            <a:ext cx="63912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1" i="0" u="none" dirty="0">
                <a:solidFill>
                  <a:srgbClr val="475569"/>
                </a:solidFill>
                <a:latin typeface="Plus Jakarta Sans"/>
              </a:rPr>
              <a:t>Freemium Subscription:</a:t>
            </a: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 Premium AI coaching features &amp; deep skill analytics tier (Monthly/Annual).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19700" y="5819417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76850" y="5817989"/>
            <a:ext cx="63912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1" i="0" u="none">
                <a:solidFill>
                  <a:srgbClr val="475569"/>
                </a:solidFill>
                <a:latin typeface="Plus Jakarta Sans"/>
              </a:rPr>
              <a:t>B2B Institutional Licenses:</a:t>
            </a:r>
            <a:r>
              <a:rPr sz="1000" b="0" i="0" u="none">
                <a:solidFill>
                  <a:srgbClr val="475569"/>
                </a:solidFill>
                <a:latin typeface="Plus Jakarta Sans"/>
              </a:rPr>
              <a:t> Bulk deployment for universities and colleges.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219700" y="5984170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76850" y="5982741"/>
            <a:ext cx="63912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1" i="0" u="none">
                <a:solidFill>
                  <a:srgbClr val="475569"/>
                </a:solidFill>
                <a:latin typeface="Plus Jakarta Sans"/>
              </a:rPr>
              <a:t>Recruiter Partnerships:</a:t>
            </a:r>
            <a:r>
              <a:rPr sz="1000" b="0" i="0" u="none">
                <a:solidFill>
                  <a:srgbClr val="475569"/>
                </a:solidFill>
                <a:latin typeface="Plus Jakarta Sans"/>
              </a:rPr>
              <a:t> Talent marketplace matching qualified candidates with employers.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19700" y="6148923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76850" y="6147494"/>
            <a:ext cx="63912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>
              <a:lnSpc>
                <a:spcPts val="1072"/>
              </a:lnSpc>
            </a:pPr>
            <a:r>
              <a:rPr sz="1000" b="1" i="0" u="none">
                <a:solidFill>
                  <a:srgbClr val="475569"/>
                </a:solidFill>
                <a:latin typeface="Plus Jakarta Sans"/>
              </a:rPr>
              <a:t>Sponsored Upskilling:</a:t>
            </a:r>
            <a:r>
              <a:rPr sz="1000" b="0" i="0" u="none">
                <a:solidFill>
                  <a:srgbClr val="475569"/>
                </a:solidFill>
                <a:latin typeface="Plus Jakarta Sans"/>
              </a:rPr>
              <a:t> Affiliate partnerships with certified course platforms.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327</Words>
  <Application>Microsoft Office PowerPoint</Application>
  <PresentationFormat>Widescreen</PresentationFormat>
  <Paragraphs>87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Outfit</vt:lpstr>
      <vt:lpstr>Plus Jakarta Sans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Danish</dc:creator>
  <cp:keywords/>
  <dc:description>generated using python-pptx</dc:description>
  <cp:lastModifiedBy>Danish Solkar</cp:lastModifiedBy>
  <cp:revision>3</cp:revision>
  <dcterms:created xsi:type="dcterms:W3CDTF">2013-01-27T09:14:16Z</dcterms:created>
  <dcterms:modified xsi:type="dcterms:W3CDTF">2026-09-08T15:23:30Z</dcterms:modified>
  <cp:category/>
</cp:coreProperties>
</file>